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这一页的核心结论是，伏羲 Auto-Research 不只是把模型 AUC 从人工建模的零点七四五提升到零点七五六，更重要的是自动发现了有效的建模策略。它在搜索过程中识别到当前任务更适合使用 GOSS loss，同时针对正负样本比例对 y 的影响做了缓解，并发现过拟合问题后主动降低模型复杂度。这些动作都是自动化完成的，并且已经由模型工程师验证有效。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落到外诉 T30 场景，更高的 AUC 意味着更可靠的外诉风险分层。通话结束后，模型可以更准地区分高风险和低风险人群，高风险人群通过补钱或强化安抚降低外诉概率，低风险人群则减少不必要成本。同时，伏羲 Auto-Research 仍然保留了效率收益，把特征工程和模型工程都从两天压缩到一天，整体建模周期从约十四天缩短到约十二天。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这一页补充的是客诉风险识别的特征体系。这里要区分清楚四路信号的职责：信贷客诉模型特征是结构化变量底座，包含客诉与进线历史、APP 和 API 行为、账单页和借款详情操作、还款和逾期表现、协商和贷后记录、人群地域变量以及历史评分等。信贷话务特征补充通话和投诉动作，比如外诉次数、进线次数、通话最大和平均时长、截图、附件、投诉 APP、多渠道投诉、上门投诉和诉讼等。强弱判断不放在结构化模型特征里，而是放在 AI 文本特征里：文本会判断用户是强意愿、已付出动作，还是一次性进线、虚拟计划、低行动信号。最后 AI 情绪特征捕捉强不满、急迫、对抗和反复施压。四类特征交叉后，可以把“真实高风险”和“一次性扬言但缺少行动”的用户区分开。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svg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svg"/>
  <Relationship Id="rId3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svg"/>
  <Relationship Id="rId3" Type="http://schemas.openxmlformats.org/officeDocument/2006/relationships/notesSlide" Target="../notesSlides/notesSlide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