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这一页的核心结论是，伏羲 Auto-Research 把人工试模型升级成了系统性的模型树搜索。它在一个确定好的数据集上，把每个候选模型、特征方案和参数组合都作为搜索节点，然后围绕 AUC、PR 等目标指标持续比较和推进。这样做的价值不只是更快，而是让模型迭代从经验驱动转向目标函数驱动。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落到外诉 T30 场景，伏羲 Auto-Research 的价值体现在更快建模和更精细处置。通话结束后实时预测是否可能外诉，高风险人群可以通过补钱或强化安抚降低外诉概率，低风险人群则减少不必要成本。传统流程中数据准备、特征工程和模型工程合计约十四天，新流程缩短到约十二天，其中特征工程和模型工程都从两天压缩到一天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