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这一页的核心结论是，伏羲 Auto-Research 不只是把模型 AUC 从人工建模的零点七四五提升到零点七五六，更重要的是自动发现了有效的建模策略。它在搜索过程中识别到当前任务更适合使用 GOSS loss，同时针对正负样本比例对 y 的影响做了缓解，并发现过拟合问题后主动降低模型复杂度。这些动作都是自动化完成的，并且已经由模型工程师验证有效。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落到外诉 T30 场景，更高的 AUC 意味着更可靠的外诉风险分层。通话结束后，模型可以更准地区分高风险和低风险人群，高风险人群通过补钱或强化安抚降低外诉概率，低风险人群则减少不必要成本。同时，伏羲 Auto-Research 仍然保留了效率收益，把特征工程和模型工程都从两天压缩到一天，整体建模周期从约十四天缩短到约十二天。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