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这一页讲清楚一件事：AI 客诉专项的核心，不是堆几个单点模型，而是把电话、大模型、行为识别、客群分类、处置策略串成一个闭环，让它跑起来、能反哺、能持续校准。流水线从最左的电话和工单数据进，多源信号灌进大模型；大模型用专家经验做自顶向下规则归类，同时跑自底向上的文本聚类，互相校准，输出客户簇和标签。第三阶段做行为识别，把投诉倾向、外溢风险、诉求强度、沟通方式、退费预期都还原成一张客户行为画像。第四阶段做客群分类，专业性维度配诉求维度，再保留一条等待挖掘的口子。最后一步是处置策略，针对每一类客群，给到分流建议、外呼话术、退费力度、跟进周期，这些处置结果再回流模型做闭环校准。这一整条路径同时撬动三个价值点：压降外诉、优化退费、沉淀经验，三件事是一体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页讲我们怎么把这件事真正拆下去做。整体看是两条洞察链路并行推进，再用一道横向比较收口。链路一是基于业务知识的洞察，由李怡静主导：先把客诉分类、风险信号、退费经验、坐席话术沉淀进大模型，再做用户行为洞察，然后兵分两路——一条走专家分群洞察，一条短接到大模型直接分群洞察，最终都汇到分群下钻分析里，对每类客群拆 Top 诉求、典型话术、风险触发和退费敏感度。链路二是基于大模型的自动化挖掘，殷文天负责：用 embedding 加聚类算法对全量通话做自然分组，再做聚类行为洞察，最后做同质化信息挖掘，输出每个簇为什么相似、风险点在哪里、适配什么处置方式。两条链路的结果合在一起，由陶可晗做横向比较与发现，对齐三方分群，举个例子，"大模型认为的豆包人"和"专家规则定义的豆包人"差在哪里，差异本身就是新维度的候选，反过来再补到专家框架里。整体代码架构由李嘉辉负责。落地节奏分四个阶段：先跑通输入和聚类链路，再做横向对齐发现新维度，再针对重点客群做深度下钻，最后工具化进工单高亮、坐席辅助和 AI 首通回访，每周复盘投诉压降和退费收益。4 个人各 0.5 人力，按这个节奏可以在专项内跑起来。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