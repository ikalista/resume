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这一页先回答为什么要做 AI 专项。核心不是做一个单点分类模型，而是把电话、工单、短信、退费和投诉结果串成一条业务闭环，让模型识别风险、输出客群分类，再转化成分流、话术和退费策略。这样 AI 同时服务三件事：提前压降外诉、提升退费处置的议价空间，并把专家经验沉淀成可复用能力。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执行上，专项用四个人各投入零点五人力即可启动，但关键是两条路径必须并行。专家路径负责把已有业务经验下钻成分类规则、风险信号、退费矩阵和干预话术；模型路径负责从通话文本和工单里自底向上发现新的客群和行为模式。两路结果最终汇合成统一标签体系和评测集，再进入小流量验证和工具化落地。</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